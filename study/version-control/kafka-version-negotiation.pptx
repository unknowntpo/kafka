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Relationship Id="rId6" Type="http://schemas.openxmlformats.org/officeDocument/2006/relationships/hyperlink" Target="https://cwiki.apache.org/confluence/display/KAFKA/KIP-35+-+Retrieving+protocol+vers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design/protocol.md#L94" TargetMode="External"/><Relationship Id="rId3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getting-started/upgrade.md#L229" TargetMode="External"/><Relationship Id="rId3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但只要叢集達到一定規模，這個假設就不再成立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叢集裡有三種通訊，而且版本天生對不齊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心跳 / 註冊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複製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內嵌在各 app、長期不更新（Kafka 曾為舊 client 保留每個 protocol 版本近九年，4.0／KIP-896 才把下限提到 2.1）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逐台滾動升級，過程必然新舊並存；要不停機就不能要求全叢集同版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所以版本只能在連線當下協商——後面每個機制都掛在上面這三條線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三層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一個版本號不夠：三種 scope 互斥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叢集一致的能力世代   (cluster-wide, finalize)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三層不會同步變動、scope 也不同，多數版本問題的根源都在於此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單一版本號無法同時表達三種 scope，只能拆成三層各自管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選版機制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回到三個角色：各自怎麼選版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底層都先做 ApiVersions 握手（共用同一顆 NetworkClient）；決定版本的是 request Builder 留多少空間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也協商（broker 當 client：heartbeat / registration）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複製   Fetch 由 MV 決定、ListOffsets 以 MV 為上限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MV 只影響複製用的 Fetch / ListOffsets；client、controller 那兩條都是協商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javadoc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>
                <a:solidFill>
                  <a:srgbClr val="1E2024"/>
                </a:solidFill>
                <a:latin typeface="Calibri"/>
              </a:rPr>
              <a:t>以一支 Fetch 為例：cb 協商、bb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兩條線都會走：consumer fetch 是 cb、replica fetch 是 bb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不行——client 長壽 + 要不停機，得溝通當下協商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不行——client 長壽 + 要不停機，得溝通當下協商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client 嵌在各 app、超長壽，混版是常態；要不停機升級就得每條連線各自選版本。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繞過協商自刻  → broker 丟 UnsupportedVersionException + 關線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729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解法：升級前確認兩端都跨過版本下限（升 4.0 需至少 2.1），否則協商結果沒有可用版本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22776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例外回錯誤+範圍；其他 API 關線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例外回錯誤+範圍；其他 API 關線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 bootstrap 逃生口；其他 API → broker 丟 UnsupportedVersionException → 斷線。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叢集三種通訊：client↔broker、broker↔controller、broker↔broker——版本機制都掛在這三條線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無法「一個版本打天下」：client 長壽、broker 滾動升級，只能連線當下協商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多數路徑靠 ApiVersions 協商；只有複製面由 finalized MV 決定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協商不出版本 → UnsupportedVersionException（多在送出前中止）；升降錯誤交給運行時那場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