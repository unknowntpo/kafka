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Relationship Id="rId6" Type="http://schemas.openxmlformats.org/officeDocument/2006/relationships/hyperlink" Target="https://cwiki.apache.org/confluence/display/KAFKA/KIP-35+-+Retrieving+protocol+versio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server-common/src/main/java/org/apache/kafka/server/common/MetadataVersion.java#L3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docs/design/protocol.md#L94" TargetMode="External"/><Relationship Id="rId3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docs/getting-started/upgrade.md#L229" TargetMode="External"/><Relationship Id="rId3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本場大綱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兩段，加 3 題隨堂考穿插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版本為何要在連線當下協商、又是怎麼選的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結尾會用一頁 Recap 把兩段串回開場那個問題。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為什麼不「一個版本打天下」？</a:t>
            </a:r>
          </a:p>
        </p:txBody>
      </p:sp>
      <p:pic>
        <p:nvPicPr>
          <p:cNvPr id="4" name="Picture 3" descr="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初學者常有的直覺：client 與 broker 使用同一個版本，升級時一併更新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  client v4.1 ─────── broker v4.1</a:t>
            </a:r>
          </a:p>
        </p:txBody>
      </p:sp>
      <p:pic>
        <p:nvPicPr>
          <p:cNvPr id="7" name="Picture 6" descr="help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6616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35387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但只要叢集達到一定規模，這個假設就不再成立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地圖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叢集裡有三種通訊，而且版本天生對不齊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─▶ broker        讀寫資料、查 metadata…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─▶ controller    註冊、心跳、AlterPartition、轉發 admin…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◀▶ broker        複製（follower 抓 leader）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47288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每列只列代表性的幾種、非窮舉；重點是「就這三條線」。</a:t>
            </a:r>
          </a:p>
        </p:txBody>
      </p:sp>
      <p:pic>
        <p:nvPicPr>
          <p:cNvPr id="6" name="Picture 5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41648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4014215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client 內嵌在各 app、長期不更新（Kafka 曾為舊 client 保留每個 protocol 版本近九年，4.0／KIP-896 才把下限提到 2.1）</a:t>
            </a:r>
          </a:p>
        </p:txBody>
      </p:sp>
      <p:pic>
        <p:nvPicPr>
          <p:cNvPr id="8" name="Picture 7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500176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逐台滾動升級，過程必然新舊並存；要不停機就不能要求全叢集同版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41848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所以版本只能在連線當下協商——後面每個機制都掛在上面這三條線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三層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一個版本號不夠：三種 scope 互斥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叢集一致的能力世代   (cluster-wide, finalize)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(per-connection)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三層不會同步變動、scope 也不同，多數版本問題的根源都在於此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87368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單一版本號無法同時表達三種 scope，只能拆成三層各自管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選版機制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回到三個角色：各自怎麼選版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底層都先做 ApiVersions 握手（共用同一顆 NetworkClient）；決定版本的是 request Builder 留多少空間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↔ broker       協商，取交集最高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controller   也協商（broker 當 client：heartbeat / registration）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broker 複製   Fetch 由 MV 決定、ListOffsets 以 MV 為上限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MV 只影響複製用的 Fetch / ListOffsets；client、controller 那兩條都是協商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javadoc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36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暖身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可以「一個版本打天下」嗎？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可以，大家同一版一起升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不行——client 長壽 + 要不停機，得溝通當下協商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可以，只要都 4.x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看 broker 數量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暖身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可以「一個版本打天下」嗎？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可以，大家同一版一起升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不行——client 長壽 + 要不停機，得溝通當下協商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可以，只要都 4.x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看 broker 數量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client 嵌在各 app、超長壽，混版是常態；要不停機升級就得每條連線各自選版本。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protocol.md:94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KIP-896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繞過協商自刻  → broker 丟 UnsupportedVersionException + 關線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72968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解法：升級前確認兩端都跨過版本下限（升 4.0 需至少 2.1），否則協商結果沒有可用版本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22776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自刻 client 送了不支援的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例外回錯誤+範圍；其他 API 關線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自刻 client 送了不支援的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例外回錯誤+範圍；其他 API 關線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 bootstrap 逃生口；其他 API → broker 丟 UnsupportedVersionException → 斷線。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三種通訊：client↔broker、broker↔controller、broker↔broker——版本機制都掛在這三條線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滾動升級）；多數路徑靠協商，只有複製面由 finalized MV 決定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151376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12394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