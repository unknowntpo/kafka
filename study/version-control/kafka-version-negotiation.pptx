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pache/kafka/blob/b7b1c0a83d856766390ee0c05e33b63711eee80e/docs/getting-started/zk2kraft.md#L71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cwiki.apache.org/confluence/display/KAFKA/KIP-35+-+Retrieving+protocol+version" TargetMode="External"/><Relationship Id="rId4" Type="http://schemas.openxmlformats.org/officeDocument/2006/relationships/hyperlink" Target="https://github.com/apache/kafka/blob/b7b1c0a83d856766390ee0c05e33b63711eee80e/clients/src/main/java/org/apache/kafka/clients/NodeApiVersions.java#L149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4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5" Type="http://schemas.openxmlformats.org/officeDocument/2006/relationships/hyperlink" Target="https://github.com/apache/kafka/blob/b7b1c0a83d856766390ee0c05e33b63711eee80e/core/src/main/scala/kafka/server/RemoteLeaderEndPoint.scala#L215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hyperlink" Target="https://www.mongodb.com/docs/manual/reference/command/hello/" TargetMode="External"/><Relationship Id="rId6" Type="http://schemas.openxmlformats.org/officeDocument/2006/relationships/hyperlink" Target="https://www.postgresql.org/docs/current/protocol-flow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apache/kafka/blob/b7b1c0a83d856766390ee0c05e33b63711eee80e/clients/src/main/java/org/apache/kafka/common/requests/FetchRequest.java#L165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ore/src/main/scala/kafka/server/RemoteLeaderEndPoint.scala#L215" TargetMode="External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clients/src/main/java/org/apache/kafka/clients/NetworkClient.java#L591" TargetMode="External"/><Relationship Id="rId5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apache/kafka/blob/b7b1c0a83d856766390ee0c05e33b63711eee80e/docs/getting-started/upgrade.md#L229" TargetMode="External"/><Relationship Id="rId4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lients/src/main/java/org/apache/kafka/common/requests/RequestContext.java#L112" TargetMode="External"/><Relationship Id="rId3" Type="http://schemas.openxmlformats.org/officeDocument/2006/relationships/hyperlink" Target="https://github.com/apache/kafka/blob/b7b1c0a83d856766390ee0c05e33b63711eee80e/core/src/main/scala/kafka/network/SocketServer.scala#L781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95728"/>
            <a:ext cx="91440" cy="137160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85FA5"/>
                </a:solidFill>
                <a:latin typeface="Calibri"/>
              </a:rPr>
              <a:t>幾萬個節點之上的版本控制 · 第三場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3327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600" b="1">
                <a:solidFill>
                  <a:srgbClr val="1E2024"/>
                </a:solidFill>
                <a:latin typeface="Calibri"/>
              </a:rPr>
              <a:t>溝通當下的版本選擇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 b="0">
                <a:solidFill>
                  <a:srgbClr val="5F5E5A"/>
                </a:solidFill>
                <a:latin typeface="Calibri"/>
              </a:rPr>
              <a:t>長壽的 client、滾動升級的 broker，怎麼喬出共同版本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080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Eric Chang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議程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本場範圍</a:t>
            </a:r>
          </a:p>
        </p:txBody>
      </p:sp>
      <p:pic>
        <p:nvPicPr>
          <p:cNvPr id="4" name="Picture 3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 — 版本為何對不齊，又是怎麼決定的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 — 協商失敗時，會看到什麼訊息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點題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為什麼不「一個版本打天下」？</a:t>
            </a:r>
          </a:p>
        </p:txBody>
      </p:sp>
      <p:pic>
        <p:nvPicPr>
          <p:cNvPr id="4" name="Picture 3" descr="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初學者常有的直覺：client 與 broker 使用同一個版本，升級時一併更新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54864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  client v4.1 ─────── broker v4.1</a:t>
            </a:r>
          </a:p>
        </p:txBody>
      </p:sp>
      <p:pic>
        <p:nvPicPr>
          <p:cNvPr id="7" name="Picture 6" descr="help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66160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3538728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但生產環境的 Kafka 通常是資料主幹道——訂單事件、log、metrics pipeline 都在上面，停機升級＝整條資料鏈路停擺，這個假設不成立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protocol.md:94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動機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為什麼版本天生對不齊，只能連線當下協商</a:t>
            </a:r>
          </a:p>
        </p:txBody>
      </p:sp>
      <p:pic>
        <p:nvPicPr>
          <p:cNvPr id="4" name="Picture 3" descr="clock-hour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client 是內嵌在應用程式裡的函式庫：IoT 裝置、車載系統、多年前的 batch job——隨應用長期運行、難以更新</a:t>
            </a:r>
          </a:p>
        </p:txBody>
      </p:sp>
      <p:pic>
        <p:nvPicPr>
          <p:cNvPr id="6" name="Picture 5" descr="server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63824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13639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broker 逐台滾動升級，過程必然新舊並存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7647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有多長壽？Kafka 曾為舊 client 保留每個 protocol 版本近九年，直到 4.0（KIP-896）才把下限提到 2.1。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36008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任一時刻：各節點支援的版本範圍（supported versions）不同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      → 不能鎖全叢集同一版（又要不停機）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      → 只能在「連線當下」決定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34456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這就是本場主題「溝通當下的版本選擇」的由來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protocol.md:94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術語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講「版本」時，其實是指哪一個？分三層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release version   = 我裝了哪版 binary            (per-node)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metadata.version  = 叢集 finalized 的 feature level (cluster-wide)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wire API version  = 這條連線講第幾版               (per-connection)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02336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99592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三個獨立的軸、各自變動；後面提到「版本」都要先分清楚是哪一層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3600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finalize＝管理員手動宣告全叢集一致採用的 feature level；怎麼宣告是第一場《版本定義》的主題。本場主角是 wire 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>
                <a:solidFill>
                  <a:srgbClr val="8A8A8A"/>
                </a:solidFill>
                <a:latin typeface="Calibri"/>
              </a:rPr>
              <a:t>kafka-features describe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zk2kraft.md:71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先認識叢集裡的三種連線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要協商的連線，會在建立後先送一支 ApiVersionsRequest 查詢對方「每支 API 支援哪個版本區間？」（KIP-35）——但不是每條都協商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36392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client ─▶ broker        讀寫資料、查 metadata…      連線後先查詢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─▶ controller    註冊、心跳、轉發 admin…      連線後先查詢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◀▶ broker        partition replication        不查詢（下一張說明）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09160"/>
            <a:ext cx="109728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每列的 RPC 只列代表性的幾種、非窮舉。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3"/>
              </a:rPr>
              <a:t>KIP-35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latestUsableVersion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查詢之後，最終版本誰說了算？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client ↔ broker              協商，取交集最高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↔ controller          也協商（broker 當 client）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↔ broker replication  不協商——由 finalized MV 決定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replication 連 ApiVersionsRequest 都不送（discoverBrokerVersions=false）：版本已由 finalized MV 決定，直接照該版本送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82312"/>
            <a:ext cx="10972800" cy="1188720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為什麼 replication 例外？它要求所有 follower↔leader 講同一版，才交給 finalized MV 集中決定；帳單是升級變兩階段（先滾 binary、再 finalize）——一致性拿彈性換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53912"/>
            <a:ext cx="109728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機制上，決定權在組出 request 的程式碼宣告的允許版本範圍；ListOffsets 等更細差異見 blog 附錄。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discoverBrokerVersions=false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RemoteLeaderEndPoint.scala:215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同一道題，別家怎麼答——各付什麼代價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Kafka：per-API 協商＋MV 治理 replication。買到單支 API 獨立演進、複製層可線上滾動升級；代價＝協定面積最大、相容性測試按 API 數放大</a:t>
            </a:r>
          </a:p>
        </p:txBody>
      </p:sp>
      <p:pic>
        <p:nvPicPr>
          <p:cNvPr id="6" name="Picture 5" descr="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63824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13639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MongoDB：全域一個 wire version＋FCV 治理叢集。實作簡單；代價＝粒度粗、無法單支 API 獨立演進（FCV 與 MV 同一套思路）</a:t>
            </a:r>
          </a:p>
        </p:txBody>
      </p:sp>
      <p:pic>
        <p:nvPicPr>
          <p:cNvPr id="8" name="Picture 7" descr="le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151376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412394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PostgreSQL：協定 v3 逾二十年極穩定；但實體複製鎖 major → 複製層無法線上滾動升級（得停機 pg_upgrade 或另建叢集）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111496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沒有免費的選擇：Kafka 拿協定複雜度換到細粒度演進＋複製層線上升級——後者正是 PostgreSQL 買不到的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MongoDB hello / FCV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PostgreSQL protocol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舉例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E2024"/>
                </a:solidFill>
                <a:latin typeface="Calibri"/>
              </a:rPr>
              <a:t>以一支 Fetch 為例：consumer 協商、replica 由 MV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F5E5A"/>
                </a:solidFill>
                <a:latin typeface="Calibri"/>
              </a:rPr>
              <a:t>同一支 Fetch 兩種身分：consumer fetch 走 client↔broker、replica fetch 走 broker↔broker</a:t>
            </a:r>
          </a:p>
        </p:txBody>
      </p:sp>
      <p:pic>
        <p:nvPicPr>
          <p:cNvPr id="5" name="Picture 4" descr="s2a-ran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1965960"/>
            <a:ext cx="8869680" cy="40936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forConsumer/forReplica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validVersions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finalized metadata.version 決定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由 finalized metadata.version 決定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fetchRequestVersion(MV)：MV 是集中共識，不做 per-connection 協商。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RemoteLeaderEndPoint.scala:215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MetadataVersion.java:273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通訊當下協商不出版本，會看到什麼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交集空              → client 端 UnsupportedVersionException（送出前 abort）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直送不支援的版本    → broker 丟 UnsupportedVersionException、關閉連線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（ApiVersions 例外：回 v0 + UNSUPPORTED_VERSION 錯誤碼）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4904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72160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多數情況 client 在送出前就本地中止，根本沒上網路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NetworkClient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RequestContext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版本截斷：為什麼「升一點點」不夠</a:t>
            </a:r>
          </a:p>
        </p:txBody>
      </p:sp>
      <p:pic>
        <p:nvPicPr>
          <p:cNvPr id="4" name="Picture 3" descr="alert-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前一頁「交集空」最容易被忽略的根因——舊 wire 版本被整批移除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舊 wire API version 被整個移除，min 可 &gt; 0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Fetch：4–18（v0–3 在 4.0 移除）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1304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解法：升任一端到 4.0 前，先確認另一端 ≥ 2.1（upgrade guide 明訂雙向要求），否則協商結果沒有可用版本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7375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取捨：0.8.0（2013）起九年保留每個版本——每個舊版本都是活的程式碼與測試面；4.0 用「斷 2018 年前的 client」換「刪九年的碼」，只有 major 版本邊界付得起。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3328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銜接（非本場）：finalize / 升降當下的錯誤（INVALID_UPDATE_VERSION 等）屬「運行時的版本升降」那場，本場不展開。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upgrade.md:229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FetchRequest.json validVersions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只有 ApiVersions 例外回錯誤碼+支援範圍；其他 API 直接關閉連線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只有 ApiVersions 例外回錯誤碼+支援範圍；其他 API 直接關閉連線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ApiVersions 是協商的第一支 request（此時雙方還不知道彼此版本），若它也關線，client 永遠問不到支援範圍，故回 v0+錯誤碼讓 client 重新協商；其他 API 在 RequestContext 解析失敗、SocketServer 關閉連線。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RequestContext.java:112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SocketServer.scala:781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回到開場那個問題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想像中：client v4.1 ─── broker v4.1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實際上：同一顆 4.1 broker，同時講 Fetch v11（對老 consumer）和 v17（對 replica）</a:t>
            </a:r>
          </a:p>
        </p:txBody>
      </p:sp>
      <p:pic>
        <p:nvPicPr>
          <p:cNvPr id="5" name="Picture 4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1：不能「一個版本打天下」（client 長壽、broker 滾動升級）；三條線多數靠協商，只有 partition replication 由 finalized MV 決定</a:t>
            </a:r>
          </a:p>
        </p:txBody>
      </p:sp>
      <p:pic>
        <p:nvPicPr>
          <p:cNvPr id="7" name="Picture 6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09744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78231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2：協商不出版本 → UnsupportedVersionException（多在送出前中止）；finalize／升降的錯誤交給運行時那場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9864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立場：per-API 細粒度協商＋replication 集中治理，是為「client 生態極度分散」量身的取捨——對 Kafka 划算，但不是通用解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