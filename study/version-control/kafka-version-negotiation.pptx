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cwiki.apache.org/confluence/display/KAFKA/KIP-35+-+Retrieving+protocol+version" TargetMode="External"/><Relationship Id="rId5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6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4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5" Type="http://schemas.openxmlformats.org/officeDocument/2006/relationships/hyperlink" Target="https://github.com/apache/kafka/blob/b7b1c0a83d856766390ee0c05e33b63711eee80e/core/src/main/scala/kafka/server/RemoteLeaderEndPoint.scala#L215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www.mongodb.com/docs/manual/reference/command/hello/" TargetMode="External"/><Relationship Id="rId6" Type="http://schemas.openxmlformats.org/officeDocument/2006/relationships/hyperlink" Target="https://www.postgresql.org/docs/current/protocol-flow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cwiki.apache.org/confluence/display/KAFKA/KIP-896%3A+Remove+old+client+protocol+API+versions+in+Kafka+4.0" TargetMode="External"/><Relationship Id="rId4" Type="http://schemas.openxmlformats.org/officeDocument/2006/relationships/hyperlink" Target="https://github.com/apache/kafka/blob/b7b1c0a83d856766390ee0c05e33b63711eee80e/clients/src/main/java/org/apache/kafka/common/requests/RequestContext.java#L112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apache/kafka/blob/b7b1c0a83d856766390ee0c05e33b63711eee80e/docs/getting-started/upgrade.md#L229" TargetMode="External"/><Relationship Id="rId4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Relationship Id="rId3" Type="http://schemas.openxmlformats.org/officeDocument/2006/relationships/hyperlink" Target="https://github.com/apache/kafka/blob/b7b1c0a83d856766390ee0c05e33b63711eee80e/core/src/main/scala/kafka/network/SocketServer.scala#L781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議程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本場範圍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 — 為什麼不能「一個版本打天下」，版本又是怎麼選出來的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 — 協商失敗時，會看到什麼訊息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為什麼不能「一個版本打天下」？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直覺（想像中）：  client v4.1 ─────── broker v4.1   同版、一起升</a:t>
            </a:r>
          </a:p>
        </p:txBody>
      </p:sp>
      <p:pic>
        <p:nvPicPr>
          <p:cNvPr id="5" name="Picture 4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2607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289864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現實一：client 是內嵌在應用裡的函式庫——IoT 裝置、車載系統、多年前的 batch job，隨應用長期運行、難更新（Kafka 曾為此保留每個 protocol 版本近九年）</a:t>
            </a:r>
          </a:p>
        </p:txBody>
      </p:sp>
      <p:pic>
        <p:nvPicPr>
          <p:cNvPr id="7" name="Picture 6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26110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2336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現實二：Kafka 要求 zero downtime → broker 只能一台一台滾動升級 → 過程必然新舊混版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21224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兩個現實加起來：不能鎖全叢集同一版（又要不停機）——版本無法事先統一，那要怎麼選？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7103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這其實就是 backward／forward compatibility：一般服務多靠『加欄位＋ URL 版號 /v1 /v2』相容；Kafka 特別在每支 API 各自宣告版本區間、連線當下協商挑一版（更像 TLS 選 cipher，而非固定版號）。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protocol.md:94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術語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要談「怎麼選」，先分清楚「版本」是哪一層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上一頁的結論是「版本無法事先統一」；但在講機制前得先知道，日常講的『版本』其實混了三個東西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36392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      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叢集 finalized 的 feature level (cluster-wide)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          (per-connection)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83480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finalize＝管理員手動宣告全叢集一致採用的 feature level（第一場《版本定義》的主題）。本場主角是 wire 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三種連線，分成兩類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會協商的兩條：client ↔ broker、broker ↔ controller——連線後先送 ApiVersionsRequest 查對方每支 API 的版本區間（KIP-35）</a:t>
            </a:r>
          </a:p>
        </p:txBody>
      </p:sp>
      <p:pic>
        <p:nvPicPr>
          <p:cNvPr id="6" name="Picture 5" descr="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11296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483864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不協商的一條：broker ↔ broker 的 partition replication——連 ApiVersionsRequest 都不送，版本由 MV 事先決定（下一張）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18888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client ─▶ broker        讀寫資料、查 metadata…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─▶ controller    註冊、心跳、轉發 admin…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◀▶ broker        partition replication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KIP-35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fetchRequestVersion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查詢之後，最終版本誰說了算？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client ↔ broker              協商，取交集最高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↔ controller          也協商（broker 當 client）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↔ broker replication  不協商——由 finalized MV 決定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replication 連 ApiVersionsRequest 都不送（discoverBrokerVersions=false）：版本已由 finalized MV 決定，直接照該版本送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82312"/>
            <a:ext cx="10972800" cy="1188720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為什麼 replication 例外？它要求所有 follower↔leader 講同一版，才交給 finalized MV 集中決定；成本是升級變兩階段——先全叢集滾完 binary（都具備新版能力），管理員再手動 finalize MV 才切新版（協商連線則會自動挑上去）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53912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機制上，決定權在組出 request 的程式碼宣告的允許版本範圍；ListOffsets 等更細差異見 blog 附錄。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discoverBrokerVersions=false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RemoteLeaderEndPoint.scala:215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舉例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E2024"/>
                </a:solidFill>
                <a:latin typeface="Calibri"/>
              </a:rPr>
              <a:t>以一支 Fetch 為例：consumer 協商、replica 由 MV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同一支 Fetch 兩種身分：consumer fetch 走 client↔broker、replica fetch 走 broker↔broker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7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同一道題，別家怎麼答——各付什麼代價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Kafka：per-API 協商＋MV 治理 replication。買到單支 API 獨立演進、複製層可線上滾動升級；代價＝協定面積最大、相容性測試按 API 數放大</a:t>
            </a:r>
          </a:p>
        </p:txBody>
      </p:sp>
      <p:pic>
        <p:nvPicPr>
          <p:cNvPr id="6" name="Picture 5" descr="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MongoDB：全域一個 wire version＋FCV 治理叢集。實作簡單；代價＝粒度粗、無法單支 API 獨立演進（FCV 與 MV 同一套思路）</a:t>
            </a:r>
          </a:p>
        </p:txBody>
      </p:sp>
      <p:pic>
        <p:nvPicPr>
          <p:cNvPr id="8" name="Picture 7" descr="le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151376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412394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PostgreSQL：協定 v3 逾二十年極穩定；但實體複製鎖 major → 複製層無法線上滾動升級（得停機 pg_upgrade 或另建叢集）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11149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沒有免費的選擇：Kafka 拿協定複雜度換到細粒度演進＋複製層線上升級——後者正是 PostgreSQL 買不到的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MongoDB hello / FCV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PostgreSQL protocol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Kafka 這個選擇有多貴（實測數字）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90 支 API × 308 個現役 wire 版本 → generator 吹成約 18× 生成碼（~18 萬行）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每加一版：改 .json、逐版生 read/write/size、ApiKeys 補版號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20039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17296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相容性測試矩陣兩層、都隨版本數長：build 時全 308 版 round-trip 序列化；系統測試再起真實叢集 × 23 個 broker 版本（2.1→4.3）互測新 client 對舊 broker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0799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broker handler 也逐版分岔：按協商版本讀/填欄位、回應用『同一版』序列化、老版缺的欄位給預設，連語意差異（如 topic-id 取代 topic-name）都要 if (version≥N)。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6752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貴到 Kafka 自己在 KIP-896 承認「maintenance cost up, value down」，4.0 砍掉 2.1 以前的舊版本止血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3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RequestContext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       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client 繞過協商、硬送不支援版本 → broker 丟 UnsupportedVersionException、關閉連線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02336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99592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3600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「硬送」指 client↔broker：自刻或有 bug 的 client 繞過協商；broker↔broker 版本已由 MV 事先釘住，不會送出對方不懂的版本。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pic>
        <p:nvPicPr>
          <p:cNvPr id="4" name="Picture 3" descr="alert-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前一頁「交集空」最容易被忽略的根因——舊 wire 版本被整批移除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1304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解法：升任一端到 4.0 前，先確認另一端 ≥ 2.1（upgrade guide 明訂雙向要求），否則協商結果沒有可用版本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7375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取捨：0.8.0（2013）起九年保留每個版本——每個舊版本都是活的程式碼與測試面；4.0 用「斷 2018 年前的 client」換「刪九年的碼」，只有 major 版本邊界付得起。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3328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例外回錯誤碼+支援範圍；其他 API 直接關閉連線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例外回錯誤碼+支援範圍；其他 API 直接關閉連線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是協商的第一支 request（此時雙方還不知道彼此版本），若它也關閉連線，client 永遠問不到支援範圍，故回 v0+錯誤碼讓 client 重新協商；其他 API 在 RequestContext 解析失敗、SocketServer 關閉連線。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SocketServer.scala:781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想像中：client v4.1 ─── broker v4.1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實際上：同一顆 4.1 broker，同時講 Fetch v11（對老 consumer）和 v17（對 replica）</a:t>
            </a:r>
          </a:p>
        </p:txBody>
      </p:sp>
      <p:pic>
        <p:nvPicPr>
          <p:cNvPr id="5" name="Picture 4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1：不能「一個版本打天下」（client 長壽、broker 滾動升級）；三條線多數靠協商，只有 partition replication 由 finalized MV 決定</a:t>
            </a:r>
          </a:p>
        </p:txBody>
      </p:sp>
      <p:pic>
        <p:nvPicPr>
          <p:cNvPr id="7" name="Picture 6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0974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78231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2：協商不出版本 → UnsupportedVersionException（多在送出前中止）；finalize／升降的錯誤交給運行時那場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9864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立場：per-API 細粒度協商＋replication 集中治理，是為「client 生態極度分散」量身的取捨——對 Kafka 划算，但不是通用解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