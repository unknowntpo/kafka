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cwiki.apache.org/confluence/display/KAFKA/KIP-35+-+Retrieving+protocol+version" TargetMode="External"/><Relationship Id="rId4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版本為何要在連線當下決定、又是怎麼選的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兩題隨堂考穿插於對應段落；結尾以 Recap 回收開場的問題。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但生產環境的 Kafka 通常是資料主幹道——訂單事件、log、metrics pipeline 都在上面，停機升級＝整條資料鏈路停擺，這個假設不成立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為什麼版本天生對不齊，只能連線當下協商</a:t>
            </a:r>
          </a:p>
        </p:txBody>
      </p:sp>
      <p:pic>
        <p:nvPicPr>
          <p:cNvPr id="4" name="Picture 3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是內嵌在應用程式裡的函式庫：IoT 裝置、車載系統、多年前的 batch job——隨應用長期運行、難以更新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有多長壽？Kafka 曾為舊 client 保留每個 protocol 版本近九年，直到 4.0（KIP-896）才把下限提到 2.1。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3600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任一時刻：各節點支援的版本範圍（supported versions）不同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不能鎖全叢集同一版（又要不停機）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只能在「連線當下」決定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34456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這就是本場主題「溝通當下的版本選擇」的由來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講「版本」時，其實是指哪一個？分三層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三個獨立的軸、各自變動；後面提到「版本」都要先分清楚是哪一層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level；怎麼宣告是第一場《版本定義》的主題。本場主角是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三種連線；要協商，先送 ApiVersionsRequest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連線建立後，發起端先送一支 ApiVersionsRequest，查詢對方「每支 API 支援哪個版本區間？」（KIP-35）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        不查詢（下一張）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每列的 RPC 只列代表性的幾種、非窮舉。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latestUsableVersion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集中決定；其餘連線點對點，各自挑最好版即可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43016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直送不支援的版本   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