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Relationship Id="rId5" Type="http://schemas.openxmlformats.org/officeDocument/2006/relationships/hyperlink" Target="https://cwiki.apache.org/confluence/display/KAFKA/KIP-35+-+Retrieving+protocol+version" TargetMode="External"/><Relationship Id="rId6" Type="http://schemas.openxmlformats.org/officeDocument/2006/relationships/hyperlink" Target="https://github.com/apache/kafka/blob/b7b1c0a83d856766390ee0c05e33b63711eee80e/docs/design/protocol.md#L100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Relationship Id="rId7" Type="http://schemas.openxmlformats.org/officeDocument/2006/relationships/hyperlink" Target="https://www.postgresql.org/docs/current/logical-replication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全叢集當前啟用到哪一級   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MV，不各連線協商？協商能讓 broker 互相『讀得懂』——但讀得懂不代表跨版本行為正確（如 KIP-903 replica-epoch fencing 要全叢集一致生效，才擋得住舊 epoch 的 follower 進 ISR）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 client 用協商、不用 MV？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為什麼不用 MV？MV 是叢集內部、operator 協調、全叢集單一值——但 client 是外部函式庫（沒 metadata log）、幾十種實作各自升級（operator 叫不動）、點對點也不需全體同版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為什麼要一來一往？對方哪台、哪版事先不知，滾動升級中還一直變——只能連上當下問 broker（它才是自己能力的權威）；一次握手拿全 API 能力圖，之後每支第一次就送對版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1888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一句話：client 平面沒有中央協調者 → 只能在連線接觸點動態發現（協商）；inter-broker 有 operator 協調 → 才用 MV。用哪個，是『有沒有中央協調者』決定的，不是隨意選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client decides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highest both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協商＋partition replication 由 finalized MV 決定——單支 API 獨立演進、複製層線上滾動升級；代價＝協定面積最大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治理叢集——實作簡單；代價＝粒度粗、無法單支 API 獨立演進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極穩定；physical replication 靠 WAL、跨大版不相容 → HA replica 不能就地跨 major 滾，近零停機得改搭 logical replication（bolt-on）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沒有免費：Kafka 複製層內建線上滾動升級，PostgreSQL 得另搭 logical replication 才換得到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PG logical replication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另一條更大的隱形帳單是相容性測試（下一張細看）——每個版本、每個歷史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controller 統一指定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controller 統一指定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