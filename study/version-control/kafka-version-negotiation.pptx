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35+-+Retrieving+protocol+version" TargetMode="External"/><Relationship Id="rId5" Type="http://schemas.openxmlformats.org/officeDocument/2006/relationships/hyperlink" Target="https://cwiki.apache.org/confluence/display/KAFKA/KIP-584%3A+Versioning+scheme+for+features" TargetMode="External"/><Relationship Id="rId6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7" Type="http://schemas.openxmlformats.org/officeDocument/2006/relationships/hyperlink" Target="https://github.com/apache/kafka/blob/b7b1c0a83d856766390ee0c05e33b63711eee80e/core/src/main/scala/kafka/coordinator/transaction/TransactionMarkerChannelManager.scala#L9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4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5" Type="http://schemas.openxmlformats.org/officeDocument/2006/relationships/hyperlink" Target="https://github.com/apache/kafka/blob/b7b1c0a83d856766390ee0c05e33b63711eee80e/clients/src/main/java/org/apache/kafka/common/requests/OffsetsForLeaderEpochRequest.java#L65" TargetMode="External"/><Relationship Id="rId6" Type="http://schemas.openxmlformats.org/officeDocument/2006/relationships/hyperlink" Target="https://github.com/apache/kafka/blob/b7b1c0a83d856766390ee0c05e33b63711eee80e/core/src/main/scala/kafka/server/RemoteLeaderEndPoint.scala#L215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www.mongodb.com/docs/manual/reference/command/hello/" TargetMode="External"/><Relationship Id="rId6" Type="http://schemas.openxmlformats.org/officeDocument/2006/relationships/hyperlink" Target="https://www.postgresql.org/docs/current/protocol-flow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core/src/main/scala/kafka/server/KafkaApis.scala#L568" TargetMode="External"/><Relationship Id="rId4" Type="http://schemas.openxmlformats.org/officeDocument/2006/relationships/hyperlink" Target="https://github.com/apache/kafka/blob/b7b1c0a83d856766390ee0c05e33b63711eee80e/clients/src/main/java/org/apache/kafka/common/requests/RequestContext.java#L137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80" TargetMode="External"/><Relationship Id="rId6" Type="http://schemas.openxmlformats.org/officeDocument/2006/relationships/hyperlink" Target="https://cwiki.apache.org/confluence/display/KAFKA/KIP-896%3A+Remove+old+client+protocol+API+versions+in+Kafka+4.0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hyperlink" Target="https://github.com/apache/kafka/blob/b7b1c0a83d856766390ee0c05e33b63711eee80e/clients/src/test/java/org/apache/kafka/common/requests/RequestResponseTest.java#L340" TargetMode="External"/><Relationship Id="rId5" Type="http://schemas.openxmlformats.org/officeDocument/2006/relationships/hyperlink" Target="https://github.com/apache/kafka/blob/b7b1c0a83d856766390ee0c05e33b63711eee80e/tests/kafkatest/tests/client/client_compatibility_features_test.py#L109" TargetMode="External"/><Relationship Id="rId6" Type="http://schemas.openxmlformats.org/officeDocument/2006/relationships/hyperlink" Target="https://github.com/apache/kafka/blob/b7b1c0a83d856766390ee0c05e33b63711eee80e/tests/kafkatest/tests/core/compatibility_test_new_broker_test.py#L68" TargetMode="External"/><Relationship Id="rId7" Type="http://schemas.openxmlformats.org/officeDocument/2006/relationships/hyperlink" Target="https://github.com/apache/kafka/blob/b7b1c0a83d856766390ee0c05e33b63711eee80e/tests/kafkatest/tests/core/upgrade_test.py#L167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tests/kafkatest/version.py#L138" TargetMode="External"/><Relationship Id="rId6" Type="http://schemas.openxmlformats.org/officeDocument/2006/relationships/hyperlink" Target="https://github.com/apache/kafka/blob/b7b1c0a83d856766390ee0c05e33b63711eee80e/tests/docker/Dockerfile#L79" TargetMode="External"/><Relationship Id="rId7" Type="http://schemas.openxmlformats.org/officeDocument/2006/relationships/hyperlink" Target="https://github.com/apache/kafka/blob/b7b1c0a83d856766390ee0c05e33b63711eee80e/server-common/src/test/java/org/apache/kafka/server/common/MetadataVersionTest.java#L219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apache/kafka/blob/b7b1c0a83d856766390ee0c05e33b63711eee80e/docs/getting-started/upgrade.md#L229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3" Type="http://schemas.openxmlformats.org/officeDocument/2006/relationships/hyperlink" Target="https://github.com/apache/kafka/blob/b7b1c0a83d856766390ee0c05e33b63711eee80e/core/src/main/scala/kafka/network/SocketServer.scala#L781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議程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本場範圍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為什麼不能「一個版本打天下」，版本又是怎麼選出來的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為什麼不能「一個版本打天下」？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直覺（想像中）：  client v4.1 ─────── broker v4.1   同版、一起升</a:t>
            </a:r>
          </a:p>
        </p:txBody>
      </p:sp>
      <p:pic>
        <p:nvPicPr>
          <p:cNvPr id="5" name="Picture 4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2607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289864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現實一：client 是內嵌在應用裡的函式庫——IoT 裝置、車載系統、多年前的 batch job，隨應用長期運行、難更新（Kafka 曾為此保留每個 protocol 版本近九年）</a:t>
            </a:r>
          </a:p>
        </p:txBody>
      </p:sp>
      <p:pic>
        <p:nvPicPr>
          <p:cNvPr id="7" name="Picture 6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6110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2336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現實二：Kafka 要求 zero downtime → broker 只能一台一台滾動升級 → 過程必然新舊混版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21224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兩個現實加起來：不能鎖全叢集同一版（又要不停機）——版本無法事先統一，那要怎麼選？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7103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這其實就是 backward／forward compatibility：一般服務多靠『加欄位＋ URL 版號 /v1 /v2』相容；Kafka 特別在每支 API 各自宣告版本區間、連線當下協商挑一版（更像 TLS 選 cipher，而非固定版號）。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要談「怎麼選」，先分清楚「版本」是哪一層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上一頁的結論是「版本無法事先統一」；但在講機制前得先知道，日常講的『版本』其實混了三個東西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      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 finalized 的 feature level (cluster-wide)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          (per-connection)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83480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finalize＝管理員手動宣告全叢集一致採用的 feature level（第一場《版本定義》的主題）。本場主角是 wire 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版本怎麼定：協商，還是由 finalized MV 決定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機制一 · 協商（KIP-35）：連線後送 ApiVersionsRequest、取交集最高——多數路徑都是</a:t>
            </a:r>
          </a:p>
        </p:txBody>
      </p:sp>
      <p:pic>
        <p:nvPicPr>
          <p:cNvPr id="6" name="Picture 5" descr="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機制二 · 由 finalized MV 事先決定（KIP-584）：只有 partition replication（follower→leader）這條不協商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23944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   client↔broker · broker↔controller · Raft · broker↔broker txn markers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finalized MV   partition replication（follower→leader，replica fetcher）—— 唯一不協商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9671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唯一不協商的是 partition replication（follower→leader）——這條流程發三支 RPC：OffsetsForLeaderEpoch 對齊、ListOffsets 定位、Fetch 抓資料，版本都由 MV／寫死；同是 broker↔broker 的 transaction markers 仍協商。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KIP-584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replica fetch=false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txn markers=true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查詢之後，最終版本誰說了算？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            取交集最高（client↔broker、broker↔controller、Raft、txn markers）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partition replication   不協商——Fetch/ListOffsets 由 finalized MV、OffsetsForLeaderEpoch 寫死 v4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partition replication（follower→leader）連 ApiVersionsRequest 都不送（discoverBrokerVersions=false）：這條路上一整組 RPC 版本都不看對端能力，改由叢集事先決定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56632"/>
            <a:ext cx="10972800" cy="1188720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為什麼交給 MV，不各連線協商？partition replication 搬的是實際 log data、要維持各 replica 一致——複製協定（截斷、epoch 對齊）得全叢集同一版，混版升級期行為才確定；各連線各挑會破壞一致性。代價是升級變兩階段，這是 MV 治理的通性、非它專屬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discoverBrokerVersions=false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forFollower 寫死 v4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RemoteLeaderEndPoint.scala:215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7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同一道題，別家怎麼答——各付什麼代價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Kafka：per-API 協商，partition replication 交給 finalized MV 決定。買到單支 API 獨立演進、複製層可線上滾動升級；代價＝協定面積最大、相容性測試按 API × 版本數放大</a:t>
            </a:r>
          </a:p>
        </p:txBody>
      </p:sp>
      <p:pic>
        <p:nvPicPr>
          <p:cNvPr id="6" name="Picture 5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11296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48386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MongoDB：全域一個 wire version＋FCV 治理叢集。實作簡單；代價＝粒度粗、無法單支 API 獨立演進（FCV 與 MV 同一套思路）</a:t>
            </a:r>
          </a:p>
        </p:txBody>
      </p:sp>
      <p:pic>
        <p:nvPicPr>
          <p:cNvPr id="8" name="Picture 7" descr="le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498848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4471416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PostgreSQL：協定 v3 逾二十年極穩定；但實體複製鎖 major → 複製層無法線上滾動升級（得停機 pg_upgrade 或另建叢集）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5896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沒有免費的選擇：Kafka 拿協定複雜度換到細粒度演進＋複製層線上升級——後者正是 PostgreSQL 買不到的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MongoDB hello / FCV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PostgreSQL protocol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代價：每支 API 的 handler 都要逐版分岔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每支 API 的 broker handler 都逐版分岔，例如 Fetch：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if (version &gt;= 13)  用 topic-id   else   用 topic-name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老版缺的欄位給預設 · 回應一律照「request 的版本」序列化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讀寫欄位、語意差異、預設值全逐版 if (version ≥ N)，散在每支 API 的 handler 裡——加一版就多一堆分支要維護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另一條更大的隱形帳單是相容性測試（下兩張細看）——每個版本、每個歷史 release 都得長期盯著。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0176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貴到 Kafka 自己在 KIP-896 承認「maintenance cost up, value down」，4.0 砍掉 2.1 以前的舊版本止血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version()&gt;=13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回應=request 版本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預設值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KIP-896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「相容」到底要保證哪些事？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① 格式自洽：每個宣稱支援的 wire 版本，自己序列化都要來回讀寫無誤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② 新 client → 舊 broker：client 肯協商降版、不假設對方有新功能</a:t>
            </a:r>
          </a:p>
        </p:txBody>
      </p:sp>
      <p:pic>
        <p:nvPicPr>
          <p:cNvPr id="8" name="Picture 7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803904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37764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③ 舊 client → 新 broker：broker 保留舊 wire 版本、繼續服務</a:t>
            </a:r>
          </a:p>
        </p:txBody>
      </p:sp>
      <p:pic>
        <p:nvPicPr>
          <p:cNvPr id="10" name="Picture 9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791456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8992" y="476402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④ 滾動升級混版：新舊 broker 並存，inter-broker（finalized MV 決定）＋對 client 都不掉資料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5157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這四條是本場最相關的相容承諾——每一條都得有測試長期盯著（tagged fields、第三方 client 等外圍成本另計）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①格式自洽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②新→舊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③舊→新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④滾動升級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守住相容，為什麼越來越貴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① 是「API × 版本」、②③④ 是「版本 × 版本」——測試面是乘積，不是加總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有些自動擴張（新版本免補測試、但每次 build 越跑越久），有些得手動 +1（多養一個歷史版本、多一組參數）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76472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所以它是只增不減的持續支出——貴到 Kafka 在 KIP-896 得砍掉 2.1 以前的舊版本止血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版本清單手動+1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養 22 個歷史版本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MV 矩陣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partition replication（follower→leader）裡，Fetch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partition replication（follower→leader）裡，Fetch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       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client 繞過協商、硬送不支援版本 → broker 丟 UnsupportedVersionException、關閉連線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9959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3600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「硬送」指 client↔broker：自刻或有 bug 的 client 繞過協商；partition replication 的版本已由 finalized MV 事先決定，不會送出對方不懂的版本。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pic>
        <p:nvPicPr>
          <p:cNvPr id="4" name="Picture 3" descr="alert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前一頁「交集空」最容易被忽略的根因——舊 wire 版本被整批移除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1304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解法：升任一端到 4.0 前，先確認另一端 ≥ 2.1（upgrade guide 明訂雙向要求），否則協商結果沒有可用版本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7375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取捨：0.8.0（2013）起九年保留每個版本——每個舊版本都是活的程式碼與測試面；4.0 用「斷 2018 年前的 client」換「刪九年的碼」，只有 major 版本邊界付得起。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3328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例外回錯誤碼+支援範圍；其他 API 直接關閉連線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例外回錯誤碼+支援範圍；其他 API 直接關閉連線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是協商的第一支 request（此時雙方還不知道彼此版本），若它也關閉連線，client 永遠問不到支援範圍，故回 v0+錯誤碼讓 client 重新協商；其他 API 在 RequestContext 解析失敗、SocketServer 關閉連線。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SocketServer.scala:781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想像中：client v4.1 ─── broker v4.1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實際上：同一顆 4.1 broker，同時講 Fetch v11（對老 consumer）和 v17（對 replica）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5361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滾動升級）；多數路徑靠協商，唯一不協商的是 partition replication（follower→leader）——上面 Fetch/ListOffsets 等由 finalized MV 決定（其餘 broker↔broker 仍協商）</a:t>
            </a:r>
          </a:p>
        </p:txBody>
      </p:sp>
      <p:pic>
        <p:nvPicPr>
          <p:cNvPr id="7" name="Picture 6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157216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5129783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1733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立場：per-API 細粒度協商＋replication 集中治理，是為「client 生態極度分散」量身的取捨——對 Kafka 划算，但不是通用解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