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ore/src/main/scala/kafka/server/KafkaApis.scala#L568" TargetMode="External"/><Relationship Id="rId6" Type="http://schemas.openxmlformats.org/officeDocument/2006/relationships/hyperlink" Target="https://github.com/apache/kafka/blob/b7b1c0a83d856766390ee0c05e33b63711eee80e/clients/src/main/resources/common/message/FetchRequest.json#L8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clients/src/test/java/org/apache/kafka/common/message/MessageTest.java#L716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tests/docker/Dockerfile#L79" TargetMode="External"/><Relationship Id="rId4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5" Type="http://schemas.openxmlformats.org/officeDocument/2006/relationships/hyperlink" Target="https://github.com/apache/kafka/blob/b7b1c0a83d856766390ee0c05e33b63711eee80e/tests/kafkatest/tests/core/upgrade_test.py#L167" TargetMode="External"/><Relationship Id="rId6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MV 事先釘版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由叢集 MV 事先釘版（KIP-584）：只有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協商定版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MV 釘版 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partition replication 交給 MV？它要求 follower↔leader 全講同一版、沒法各連線各挑。代價『升級變兩階段』其實是 MV 治理的通性（凡版本由 MV 決定者皆然），非它專屬；協商連線則自動挑上去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協商，replica fetch 交給 MV 釘版。買到單支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handler 還得逐版分岔：按協商版本讀/填欄位、回應用『同一版』序列化、老版缺的欄位給預設，連語意差異（如 topic-id 取代 topic-name）都要 if (version≥N)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這還只是「生成碼＋handler」；相容性測試是另一條隱形帳單（下兩張細看）——build 全版本 round-trip＋release 養一堆歷史版本。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buildResponseSend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fetch 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MaxBytes v3+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相容性測試（一）：每次 build 全版本 round-trip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RequestResponseTest.testSerialization：ApiKeys × allVersions 全積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94 支 RPC、308 個現役請求版本 → build → 序列化 → 反序列化 → 比對，逐一跑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靠 ApiKeys.values() × allVersions() 迴圈，新增版本自動涵蓋——省了手改，代價是每次 build 執行量只增不減</a:t>
            </a:r>
          </a:p>
        </p:txBody>
      </p:sp>
      <p:pic>
        <p:nvPicPr>
          <p:cNvPr id="7" name="Picture 6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想跳過某個歷史版本？得進 toSkip 白名單特案處理——目前只 4 支 RPC 拿得到豁免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223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KIP-896 直言維護舊版本「both in code complexity and the testing matrix」——測試面正是其一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testSerialization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round-trip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相容性測試（二）：把過去七年的 Kafka 一起養著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系統測試映像 curl 下載 22 個歷史版本二進位（2.1.1 → 4.3.0）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相容測試：每個歷史 broker 各跑一遍（22 + dev = 23 param × 2 支測試）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升級/降級是 from×to 矩陣：4 個 @matrix × 11 個 from_version；混版交易再 22 組；MetadataVersion 另有 25 個現役 MV × 7 個 enum 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取捨：相容承諾＝「一次寫、永遠不能少測」——每發一個 release，version.py＋Dockerfile＋各測試 @parametrize 都得手動 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下載 22 版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client 相容 ×23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升級矩陣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25 MV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繞過協商；broker↔broker 版本已由 MV 事先釘住，不會送出對方不懂的版本。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MV 釘版（其餘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