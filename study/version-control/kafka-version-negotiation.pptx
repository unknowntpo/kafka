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Relationship Id="rId6" Type="http://schemas.openxmlformats.org/officeDocument/2006/relationships/hyperlink" Target="https://cwiki.apache.org/confluence/display/KAFKA/KIP-35+-+Retrieving+protocol+versi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server-common/src/main/java/org/apache/kafka/server/common/MetadataVersion.java#L3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getting-started/upgrade.md#L229" TargetMode="External"/><Relationship Id="rId3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本場大綱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兩段，加 2 題隨堂考穿插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版本為何要在連線當下協商、又是怎麼選的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結尾會用一頁 Recap 把兩段串回開場那個問題。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但只要叢集達到一定規模，這個假設就不再成立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動機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為什麼版本天生對不齊，只能連線當下協商</a:t>
            </a:r>
          </a:p>
        </p:txBody>
      </p:sp>
      <p:pic>
        <p:nvPicPr>
          <p:cNvPr id="4" name="Picture 3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內嵌在各 app、長期不更新（Kafka 曾為舊 client 保留每個 protocol 版本近九年，4.0／KIP-896 才把下限提到 2.1）</a:t>
            </a:r>
          </a:p>
        </p:txBody>
      </p:sp>
      <p:pic>
        <p:nvPicPr>
          <p:cNvPr id="6" name="Picture 5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逐台滾動升級，過程必然新舊並存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76472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任一時刻：不同節點能力／版本不同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不能鎖全叢集同一版（又要不停機）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只能在「連線當下」協商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這就是本場主題「溝通當下的版本選擇」的由來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講「版本」時，其實是指哪一個？分三層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叢集一致的能力世代   (cluster-wide, finalize)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三個獨立的軸、各自變動；後面提到「版本」都要先分清楚是哪一層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87368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本場主角是 wire 版本（連線當下選哪版）；MV 是叢集治理、release 是 binary。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三種連線，各自怎麼選版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協商發生在三條線上，底層都先做 ApiVersions 握手（共用同一顆 NetworkClient）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也協商（broker 當 client：註冊 / 心跳 / 轉發 admin）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複製   Fetch 由 MV 決定、ListOffsets 以 MV 為上限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決定版本的是 request Builder 留多少空間；MV 只影響複製的 Fetch / ListOffsets，其餘都是協商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javadoc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繞過協商自刻  → broker 丟 UnsupportedVersionException + 關線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729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解法：升級前確認兩端都跨過版本下限（升 4.0 需至少 2.1），否則協商結果沒有可用版本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22776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例外回錯誤+範圍；其他 API 關線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例外回錯誤+範圍；其他 API 關線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 bootstrap 逃生口；其他 API → broker 丟 UnsupportedVersionException → 斷線。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三種通訊：client↔broker、broker↔controller、broker↔broker——版本機制都掛在這三條線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滾動升級）；多數路徑靠協商，只有複製面由 finalized MV 決定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151376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12394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