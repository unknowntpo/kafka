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Relationship Id="rId7" Type="http://schemas.openxmlformats.org/officeDocument/2006/relationships/hyperlink" Target="https://www.postgresql.org/docs/current/logical-replication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core/src/main/scala/kafka/server/KafkaApis.scala#L568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80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6" Type="http://schemas.openxmlformats.org/officeDocument/2006/relationships/hyperlink" Target="https://github.com/apache/kafka/blob/b7b1c0a83d856766390ee0c05e33b63711eee80e/tests/kafkatest/tests/core/compatibility_test_new_broker_test.py#L68" TargetMode="External"/><Relationship Id="rId7" Type="http://schemas.openxmlformats.org/officeDocument/2006/relationships/hyperlink" Target="https://github.com/apache/kafka/blob/b7b1c0a83d856766390ee0c05e33b63711eee80e/tests/kafkatest/tests/core/upgrade_test.py#L16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全叢集當前啟用到哪一級   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finalized MV 決定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 finalized MV 事先決定（KIP-584）：只有 partition replication（follower→leader）這條不協商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finalized MV   partition replication（follower→leader，replica fetcher）—— 唯一不協商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partition replication（follower→leader）——這條流程發三支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partition replication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partition replication（follower→leader）連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為什麼交給 MV，不各連線協商？協商能讓 broker 互相『讀得懂』——但讀得懂不代表跨版本行為正確（如 KIP-903 replica-epoch fencing 要全叢集一致生效，才擋得住舊 epoch 的 follower 進 ISR）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協商＋partition replication 由 finalized MV 決定——單支 API 獨立演進、複製層線上滾動升級；代價＝協定面積最大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治理叢集——實作簡單；代價＝粒度粗、無法單支 API 獨立演進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極穩定；physical replication 靠 WAL、跨大版不相容 → HA replica 不能就地跨 major 滾，近零停機得改搭 logical replication（bolt-on）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沒有免費：Kafka 複製層內建線上滾動升級，PostgreSQL 得另搭 logical replication 才換得到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7"/>
              </a:rPr>
              <a:t>PG logical replication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代價：每支 API 的 handler 都要逐版分岔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每支 API 的 broker handler 都逐版分岔，例如 Fetch：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if (version &gt;= 13)  用 topic-id   else   用 topic-name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老版缺的欄位給預設 · 回應一律照「request 的版本」序列化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讀寫欄位、語意差異、預設值全逐版 if (version ≥ N)，散在每支 API 的 handler 裡——加一版就多一堆分支要維護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另一條更大的隱形帳單是相容性測試（下一張細看）——每個版本、每個歷史 release 都得長期盯著。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017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回應=request 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預設值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「相容」到底要保證哪些事？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格式自洽：每個宣稱支援的 wire 版本，自己序列化都要來回讀寫無誤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② 新 client → 舊 broker：client 肯協商降版、不假設對方有新功能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③ 舊 client → 新 broker：broker 保留舊 wire 版本、繼續服務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④ 滾動升級混版：新舊 broker 並存，inter-broker（finalized MV 決定）＋對 client 都不掉資料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157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這四條是本場最相關的相容承諾——每一條都得有測試長期盯著（tagged fields、第三方 client 等外圍成本另計）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①格式自洽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②新→舊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③舊→新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④滾動升級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controller 統一指定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controller 統一指定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繞過協商；partition replication 的版本已由 finalized MV 事先決定，不會送出對方不懂的版本。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partition replication（follower→leader）——上面 Fetch/ListOffsets 等由 finalized MV 決定（其餘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