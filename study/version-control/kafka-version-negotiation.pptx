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ore/src/main/scala/kafka/server/KafkaApis.scala#L568" TargetMode="External"/><Relationship Id="rId6" Type="http://schemas.openxmlformats.org/officeDocument/2006/relationships/hyperlink" Target="https://github.com/apache/kafka/blob/b7b1c0a83d856766390ee0c05e33b63711eee80e/clients/src/main/resources/common/message/FetchRequest.json#L8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tests/kafkatest/version.py#L138" TargetMode="External"/><Relationship Id="rId6" Type="http://schemas.openxmlformats.org/officeDocument/2006/relationships/hyperlink" Target="https://github.com/apache/kafka/blob/b7b1c0a83d856766390ee0c05e33b63711eee80e/tests/docker/Dockerfile#L79" TargetMode="External"/><Relationship Id="rId7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MV 事先釘版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由叢集 MV 事先釘版（KIP-584）：只有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協商定版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MV 釘版 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partition replication 交給 MV？它要求 follower↔leader 全講同一版、沒法各連線各挑。代價『升級變兩階段』其實是 MV 治理的通性（凡版本由 MV 決定者皆然），非它專屬；協商連線則自動挑上去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協商，replica fetch 交給 MV 釘版。買到單支 API 獨立演進、複製層可線上滾動升級；代價＝協定面積最大、相容性測試按 API × 版本數放大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589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 → generator 吹成約 18× 生成碼（~18 萬行）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每加一版：改 .json、逐版生 read/write/size、ApiKeys 補版號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handler 還得逐版分岔：按協商版本讀/填欄位、回應用『同一版』序列化、老版缺的欄位給預設，連語意差異（如 topic-id 取代 topic-name）都要 if (version≥N)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這還只是「生成碼＋handler」；相容性測試是另一條隱形帳單（下兩張細看）——build 全版本 round-trip＋release 養一堆歷史版本。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buildResponseSend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fetch 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MaxBytes v3+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並存，inter-broker（MV 釘版）＋對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這四條就是「相容承諾」的全部內容——每一條都得有測試長期盯著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守住相容，為什麼越來越貴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是「API × 版本」、②③④ 是「版本 × 版本」——測試面是乘積，不是加總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有些自動擴張（新版本免補測試、但每次 build 越跑越久），有些得手動 +1（多養一個歷史版本、多一組參數）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所以它是只增不減的持續支出——貴到 Kafka 在 KIP-896 得砍掉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版本清單手動+1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養 22 個歷史版本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MV 矩陣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繞過協商；broker↔broker 版本已由 MV 事先釘住，不會送出對方不懂的版本。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MV 釘版（其餘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