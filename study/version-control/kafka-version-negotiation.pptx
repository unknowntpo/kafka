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cwiki.apache.org/confluence/display/KAFKA/KIP-35+-+Retrieving+protocol+version" TargetMode="External"/><Relationship Id="rId4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本場大綱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兩段，加 2 題隨堂考穿插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版本為何要在連線當下協商、又是怎麼選的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結尾會用一頁 Recap 把兩段串回開場那個問題。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為什麼版本天生對不齊，只能連線當下協商</a:t>
            </a:r>
          </a:p>
        </p:txBody>
      </p:sp>
      <p:pic>
        <p:nvPicPr>
          <p:cNvPr id="4" name="Picture 3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 app、長期不更新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有多長壽？Kafka 曾為舊 client 保留每個 protocol 版本近九年，直到 4.0（KIP-896）才把下限提到 2.1。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88536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任一時刻：不同節點能力／版本不同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不能鎖全叢集同一版（又要不停機）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只能在「連線當下」協商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8698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這就是本場主題「溝通當下的版本選擇」的由來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講「版本」時，其實是指哪一個？分三層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finalized)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三個獨立的軸、各自變動；後面提到「版本」都要先分清楚是哪一層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finalize＝管理員手動宣告「全叢集從此認定這個能力世代」；怎麼宣告是第一場《版本定義》的主題，本場只需知道它是叢集共識的一個值。本場主角是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三種連線，都先做 ApiVersions 握手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連線建立後，發起端先送一支 ApiVersions：問對方「你每支 API 支援哪個版本區間？」（KIP-35）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複製（follower 抓 leader）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每列只列代表性的幾種、非窮舉；重點是三條線都先做這個握手。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latestUsableVersion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握手之後，最終版本誰說了算？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複製   不協商——由 finalized MV 決定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決定權在「組出這支 request 的程式碼」宣告的允許版本範圍：留全範圍就走協商、被指成 MV 對應的單一版本就不協商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為什麼複製面例外？複製要求所有 follower↔leader 講同一版，才交給 finalized MV 集中決定；其餘連線點對點，各自挑最好版即可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95544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更細的差異（ListOffsets 以 MV 為上限等）見 blog 附錄，此處不展開。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javadoc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6285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在 RequestContext 解析失敗、broker 丟 UnsupportedVersionException，SocketServer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滾動升級）；三條線多數靠協商，只有複製面由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