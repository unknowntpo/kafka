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github.com/apache/kafka/blob/b7b1c0a83d856766390ee0c05e33b63711eee80e/clients/src/main/java/org/apache/kafka/clients/NodeApiVersions.java#L14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版本近九年，4.0／KIP-896 才把下限提到 2.1）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 finalized 的 feature level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8348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三種連線，分成兩類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會協商的兩條：client ↔ broker、broker ↔ controller——連線後先送 ApiVersionsRequest 查對方每支 API 的版本區間（KIP-35）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不協商的一條：broker ↔ broker 的 partition replication——連 ApiVersionsRequest 都不送，版本由 MV 事先決定（下一張）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18888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─▶ broker        讀寫資料、查 metadata…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─▶ controller    註冊、心跳、轉發 admin…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◀▶ broker        partition replication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latestUsableVersion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↔ broker              協商，取交集最高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controller          也協商（broker 當 client）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broker replication  不協商——由 finalized MV 決定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replication 連 ApiVersionsRequest 都不送（discoverBrokerVersions=false）：版本已由 finalized MV 決定，直接照該版本送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8231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 replication 例外？它要求所有 follower↔leader 講同一版，才交給 finalized MV 集中決定；帳單是升級變兩階段（先滾 binary、再 finalize）——一致性拿彈性換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53912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機制上，決定權在組出 request 的程式碼宣告的允許版本範圍；ListOffsets 等更細差異見 blog 附錄。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36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協商＋MV 治理 replication。買到單支 API 獨立演進、複製層可線上滾動升級；代價＝協定面積最大、相容性測試按 API 數放大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治理叢集。實作簡單；代價＝粒度粗、無法單支 API 獨立演進（FCV 與 MV 同一套思路）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151376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12394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逾二十年極穩定；但實體複製鎖 major → 複製層無法線上滾動升級（得停機 pg_upgrade 或另建叢集）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1149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沒有免費的選擇：Kafka 拿協定複雜度換到細粒度演進＋複製層線上升級——後者正是 PostgreSQL 買不到的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直送不支援的版本   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滾動升級）；三條線多數靠協商，只有 partition replication 由 finalized MV 決定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0974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78231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9864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