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cwiki.apache.org/confluence/display/KAFKA/KIP-35+-+Retrieving+protocol+version" TargetMode="External"/><Relationship Id="rId4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ongodb.com/docs/manual/reference/command/hello/" TargetMode="External"/><Relationship Id="rId3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版本為何要在連線當下決定、又是怎麼選的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兩題隨堂考穿插於對應段落；結尾以 Recap 回收開場的問題。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但生產環境的 Kafka 通常是資料主幹道——訂單事件、log、metrics pipeline 都在上面，停機升級＝整條資料鏈路停擺，這個假設不成立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預告：拆開版本也不是免費的——Kafka 為此揹上每支 API 一組 [min,max] 版本矩陣；MongoDB／PostgreSQL 選擇只維護一個全域版本號。結尾會回來評這筆帳。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動機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為什麼版本天生對不齊，只能連線當下協商</a:t>
            </a:r>
          </a:p>
        </p:txBody>
      </p:sp>
      <p:pic>
        <p:nvPicPr>
          <p:cNvPr id="4" name="Picture 3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是內嵌在應用程式裡的函式庫：IoT 裝置、車載系統、多年前的 batch job——隨應用長期運行、難以更新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逐台滾動升級，過程必然新舊並存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有多長壽？Kafka 曾為舊 client 保留每個 protocol 版本近九年，直到 4.0（KIP-896）才把下限提到 2.1。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36008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任一時刻：各節點支援的版本範圍（supported versions）不同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不能鎖全叢集同一版（又要不停機）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→ 只能在「連線當下」決定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34456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這就是本場主題「溝通當下的版本選擇」的由來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講「版本」時，其實是指哪一個？分三層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三個獨立的軸、各自變動；後面提到「版本」都要先分清楚是哪一層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level；怎麼宣告是第一場《版本定義》的主題。本場主角是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三種連線；要協商，先送 ApiVersionsRequest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連線建立後，發起端先送一支 ApiVersionsRequest，查詢對方「每支 API 支援哪個版本區間？」（KIP-35）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─▶ broker        讀寫資料、查 metadata…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─▶ controller    註冊、心跳、轉發 admin…      連線後先查詢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◀▶ broker        partition replication        不查詢（下一張）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每列的 RPC 只列代表性的幾種、非窮舉。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latestUsableVersion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client ↔ broker              協商，取交集最高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controller          也協商（broker 當 client）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broker ↔ broker replication  不協商——由 finalized MV 決定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replication 連 ApiVersionsRequest 都不送（discoverBrokerVersions=false）：版本已由 finalized MV 決定，直接照該版本送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8231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replication 例外？它要求所有 follower↔leader 講同一版，才交給 finalized MV 集中決定；帳單是升級變兩階段（先滾 binary、再 finalize）——一致性拿彈性換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5391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機制上，決定權在組出 request 的程式碼宣告的允許版本範圍；ListOffsets 等更細差異見 blog 附錄。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Kafka        per-API 協商 + MV 治理 replication      粒度最細、協定面積最大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MongoDB      全域 wire version + FCV 治理叢集         FCV ≈ MV，同一套思路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PostgreSQL   協定 v3 逾二十年；實體複製鎖 major 版本   複製層無法滾動升級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959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PostgreSQL 就是「複製層不做版本治理」的反事實——Kafka 的 MV 買到的，正是 PostgreSQL 買不到的線上滾動升級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56632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細節與來源見 other-systems-comparison.md，本場不展開。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2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直送不支援的版本   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滾動升級）；三條線多數靠協商，只有 partition replication 由 finalized MV 決定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